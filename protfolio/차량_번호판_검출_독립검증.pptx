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6" y="19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HKINI/nextframe-model-verification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HKINI/nextframe_opencv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gmitesh/automatic-license-plate-recognition-alpr-dataset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HKINI/nextframe-model-verificatio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D41"/>
                </a:solidFill>
              </a:defRPr>
            </a:pPr>
            <a:r>
              <a:t>YOLO 번호판 검출 모델 독립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2057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F6973"/>
                </a:solidFill>
              </a:defRPr>
            </a:pPr>
            <a:r>
              <a:t>NextFrame 프로젝트 종료 후 수행한 개인 후속 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9718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TODAY'S WORK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독립 테스트셋 489장 구축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best.pt 재평가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오류 후보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971800"/>
            <a:ext cx="64008" cy="182880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0" y="29718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KEY RESULT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Precision 98.8%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Recall 96.2%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mAP@50 99.0%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mAP@50-95 64.0%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971800"/>
            <a:ext cx="64008" cy="1828800"/>
          </a:xfrm>
          <a:prstGeom prst="rect">
            <a:avLst/>
          </a:prstGeom>
          <a:solidFill>
            <a:srgbClr val="418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01000" y="29718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REPOSITORY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rPr>
                <a:hlinkClick r:id="rId2"/>
              </a:rPr>
              <a:t>nextframe-model-verification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독립 검증 · 오류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971800"/>
            <a:ext cx="64008" cy="1828800"/>
          </a:xfrm>
          <a:prstGeom prst="rect">
            <a:avLst/>
          </a:prstGeom>
          <a:solidFill>
            <a:srgbClr val="CD7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D41"/>
                </a:solidFill>
              </a:defRPr>
            </a:pPr>
            <a:r>
              <a:t>01. 원본 프로젝트와 이번 검증의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팀 프로젝트를 다시 수정한 것이 아니라, 종료 후 모델을 별도로 재검증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800" b="1">
                <a:solidFill>
                  <a:srgbClr val="1E2D41"/>
                </a:solidFill>
              </a:defRPr>
            </a:pPr>
            <a:r>
              <a:t>기존 NextFrame 프로젝트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자동 번호판 인식 시스템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• YOLO 기반 번호판 영역 검출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• OpenCV 영상 전처리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• EasyOCR 문자 인식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• PyQt GUI 연동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• CSV / 번호판 이미지 저장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나의 역할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• 팀장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• 영상 전처리 · GUI 연동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• 통합 테스트 · 일정 관리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• Git/GitHub 협업 · 발표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425196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26480" y="1417320"/>
            <a:ext cx="53949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800" b="1">
                <a:solidFill>
                  <a:srgbClr val="1E2D41"/>
                </a:solidFill>
              </a:defRPr>
            </a:pPr>
            <a:r>
              <a:t>이번 개인 후속 검증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기존 프로젝트의 best.pt를 대상으로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학습에 사용하지 않은 별도 데이터에서 성능 재검증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① 테스트 데이터 구성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② 모델 정량 평가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③ 오류 후보 자동 분석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④ 이미지 직접 검토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⑤ 개선 포인트 도출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핵심: 기존 모델을 별도 데이터로 검증하고 오류 원인을 확인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'실제로 어디에서 오차가 생기는가'까지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417320"/>
            <a:ext cx="64008" cy="4251960"/>
          </a:xfrm>
          <a:prstGeom prst="rect">
            <a:avLst/>
          </a:prstGeom>
          <a:solidFill>
            <a:srgbClr val="418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8978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69B4"/>
                </a:solidFill>
              </a:defRPr>
            </a:pPr>
            <a:r>
              <a:rPr>
                <a:hlinkClick r:id="rId2"/>
              </a:rPr>
              <a:t>Original Project  ·  github.com/JHKINI/nextframe_opencv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D41"/>
                </a:solidFill>
              </a:defRPr>
            </a:pPr>
            <a:r>
              <a:t>02. 독립 테스트셋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Kaggle ALPR 데이터에서 조건을 적용해 489장을 직접 선별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DATA SOURCE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Kaggle · Automatic License Plate Recognition (ALPR) Dataset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차량이 명확하고 차량/번호판이 정상적으로 포함된 이미지 선별
심하게 잘리거나 화질이 지나치게 낮은 이미지 제외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심하게 잘리거나 화질이 지나치게 낮은 이미지 제외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192024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3474720"/>
            <a:ext cx="53035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DATA VALIDATION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Images  489장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Labels  489개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Ground Truth Objects  505개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Corrupt  0개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이미지-라벨 대응을 확인한 후 테스트셋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74720"/>
            <a:ext cx="64008" cy="2057400"/>
          </a:xfrm>
          <a:prstGeom prst="rect">
            <a:avLst/>
          </a:prstGeom>
          <a:solidFill>
            <a:srgbClr val="418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492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800" b="1">
                <a:solidFill>
                  <a:srgbClr val="1E2D41"/>
                </a:solidFill>
              </a:defRPr>
            </a:pPr>
            <a:r>
              <a:t>EVALUATION FLOW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별도 테스트 데이터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        ↓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best.pt inference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        ↓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Precision / Recall / mAP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        ↓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IoU 기반 오류 후보 추출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        ↓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FN / FP 후보 및 위치 정밀도 검토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        ↓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이미지 직접 확인 → 개선 포인트 도출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64008" cy="4206240"/>
          </a:xfrm>
          <a:prstGeom prst="rect">
            <a:avLst/>
          </a:prstGeom>
          <a:solidFill>
            <a:srgbClr val="CD7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8978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</a:defRPr>
            </a:pPr>
            <a:r>
              <a:rPr>
                <a:hlinkClick r:id="rId2"/>
              </a:rPr>
              <a:t>Kaggle: Automatic License Plate Recognition (ALPR)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D41"/>
                </a:solidFill>
              </a:defRPr>
            </a:pPr>
            <a:r>
              <a:t>03. 모델 성능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489장의 독립 테스트셋에서 정량 평가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51460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769B4"/>
                </a:solidFill>
              </a:defRPr>
            </a:pPr>
            <a:r>
              <a:t>98.8%</a:t>
            </a:r>
          </a:p>
          <a:p>
            <a:pPr algn="ctr">
              <a:defRPr sz="1200">
                <a:solidFill>
                  <a:srgbClr val="5F6973"/>
                </a:solidFill>
              </a:defRPr>
            </a:pPr>
            <a:r>
              <a:t>Precision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17320"/>
            <a:ext cx="251460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418769"/>
                </a:solidFill>
              </a:defRPr>
            </a:pPr>
            <a:r>
              <a:t>96.2%</a:t>
            </a:r>
          </a:p>
          <a:p>
            <a:pPr algn="ctr">
              <a:defRPr sz="1200">
                <a:solidFill>
                  <a:srgbClr val="5F6973"/>
                </a:solidFill>
              </a:defRPr>
            </a:pPr>
            <a:r>
              <a:t>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251460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CD7D37"/>
                </a:solidFill>
              </a:defRPr>
            </a:pPr>
            <a:r>
              <a:t>99.0%</a:t>
            </a:r>
          </a:p>
          <a:p>
            <a:pPr algn="ctr">
              <a:defRPr sz="1200">
                <a:solidFill>
                  <a:srgbClr val="5F6973"/>
                </a:solidFill>
              </a:defRPr>
            </a:pPr>
            <a:r>
              <a:t>mAP@50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417320"/>
            <a:ext cx="251460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2D41"/>
                </a:solidFill>
              </a:defRPr>
            </a:pPr>
            <a:r>
              <a:t>64.0%</a:t>
            </a:r>
          </a:p>
          <a:p>
            <a:pPr algn="ctr">
              <a:defRPr sz="1200">
                <a:solidFill>
                  <a:srgbClr val="5F6973"/>
                </a:solidFill>
              </a:defRPr>
            </a:pPr>
            <a:r>
              <a:t>mAP@50-95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035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WHAT THE NUMBERS SHOW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mAP@50 99.0%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→ IoU 0.5 기준 높은 번호판 검출 성능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Recall 96.2%</a:t>
            </a:r>
          </a:p>
          <a:p>
            <a:pPr>
              <a:spcAft>
                <a:spcPts val="300"/>
              </a:spcAft>
              <a:defRPr sz="1400">
                <a:solidFill>
                  <a:srgbClr val="23282D"/>
                </a:solidFill>
              </a:defRPr>
            </a:pPr>
            <a:r>
              <a:t>→ 일부 번호판 미검출 존재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37560"/>
            <a:ext cx="64008" cy="214884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3337560"/>
            <a:ext cx="5349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WHERE TO IMPROVE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mAP@50-95 64.0%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→ 더 엄격한 IoU 기준에서 성능 차이가 나타남</a:t>
            </a:r>
          </a:p>
          <a:p>
            <a:pPr>
              <a:spcAft>
                <a:spcPts val="300"/>
              </a:spcAft>
              <a:defRPr sz="1350">
                <a:solidFill>
                  <a:srgbClr val="23282D"/>
                </a:solidFill>
              </a:defRPr>
            </a:pPr>
            <a:r>
              <a:t>→ 엄격한 IoU 기준에서 Bounding Box 위치·크기 정밀도에 개선 여지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337560"/>
            <a:ext cx="64008" cy="2148840"/>
          </a:xfrm>
          <a:prstGeom prst="rect">
            <a:avLst/>
          </a:prstGeom>
          <a:solidFill>
            <a:srgbClr val="CD7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D41"/>
                </a:solidFill>
              </a:defRPr>
            </a:pPr>
            <a:r>
              <a:t>04. 오류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정량 지표 이후 실제 오류 후보를 이미지 단위로 확인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자동 분석 결과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GT Objects  505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Predictions  488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Matched  484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FN 후보  21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• 12개 이미지는 전체 미검출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• 9개는 일부 객체 미검출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미매칭 prediction 후보  4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• IoU 기반 매칭에서 미매칭된 prediction 후보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• 시각 검토 결과 실제 번호판 관련 검출도 포함
  → 공식적인 FP 4건으로 해석하지 않음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429768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대표 오류 패턴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① 작은 번호판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② 원거리 차량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③ 다양한 촬영 각도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④ 복수 객체 장면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⑤ 조명 / 반사 조건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⑥ Bounding Box 위치·크기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→ 오류 후보를 직접 확인하여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자동 분류 결과를 재검토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325880"/>
            <a:ext cx="64008" cy="4297680"/>
          </a:xfrm>
          <a:prstGeom prst="rect">
            <a:avLst/>
          </a:prstGeom>
          <a:solidFill>
            <a:srgbClr val="418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REPOSITORY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results/error_analysis/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01_FN_놓친번호판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02_FP_잘못검출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03_위치정밀도_낮은검출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위치 정밀도 사례는 대표 10장으로 선별</a:t>
            </a:r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50">
                <a:solidFill>
                  <a:srgbClr val="23282D"/>
                </a:solidFill>
              </a:defRPr>
            </a:pPr>
            <a:r>
              <a:t>전체 분석 기록 → error_analysis.csv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25880"/>
            <a:ext cx="64008" cy="4297680"/>
          </a:xfrm>
          <a:prstGeom prst="rect">
            <a:avLst/>
          </a:prstGeom>
          <a:solidFill>
            <a:srgbClr val="CD7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86168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D41"/>
                </a:solidFill>
              </a:defRPr>
            </a:pPr>
            <a:r>
              <a:rPr dirty="0"/>
              <a:t>05.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성과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구현 → 검증 → 오류 분석까지 하나의 개발 흐름으로 연결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PROJECT EXPERIENCE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팀 프로젝트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차량 영상 입력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→ OpenCV 전처리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→ YOLO 번호판 검출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→ Crop / OCR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→ PyQt GUI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나의 역할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영상 처리 · GUI 연동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통합 테스트 · 일정 관리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협업 · 발표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429768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FOLLOW-UP VALIDATION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프로젝트 종료 후 개인 수행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독립 테스트셋 489장 구성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→ best.pt 재평가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→ 지표 확인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→ 오류 후보 추출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→ 이미지 직접 검토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→ 개선 포인트 도출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325880"/>
            <a:ext cx="64008" cy="4297680"/>
          </a:xfrm>
          <a:prstGeom prst="rect">
            <a:avLst/>
          </a:prstGeom>
          <a:solidFill>
            <a:srgbClr val="418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tlCol="0" anchor="ctr"/>
          <a:lstStyle/>
          <a:p>
            <a:pPr algn="ctr">
              <a:defRPr sz="1700" b="1">
                <a:solidFill>
                  <a:srgbClr val="1E2D41"/>
                </a:solidFill>
              </a:defRPr>
            </a:pPr>
            <a:r>
              <a:t>WHAT I LEARNED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성능 수치만 제시하는 데서 끝나지 않고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• 테스트 데이터 품질 확인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• 평가 기준 이해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• 오류 유형 분류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• 결과를 시각적으로 검증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• 다음 개선 방향 도출</a:t>
            </a:r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23282D"/>
                </a:solidFill>
              </a:defRPr>
            </a:pPr>
            <a:r>
              <a:t>까지 연결하는 경험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25880"/>
            <a:ext cx="64008" cy="4297680"/>
          </a:xfrm>
          <a:prstGeom prst="rect">
            <a:avLst/>
          </a:prstGeom>
          <a:solidFill>
            <a:srgbClr val="CD7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69B4"/>
                </a:solidFill>
              </a:defRPr>
            </a:pPr>
            <a:r>
              <a:rPr>
                <a:hlinkClick r:id="rId2"/>
              </a:rPr>
              <a:t>Original Project  |  nextframe_opencv     ·     Verification  |  nextframe-model-verification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677</Words>
  <Application>Microsoft Office PowerPoint</Application>
  <PresentationFormat>와이드스크린</PresentationFormat>
  <Paragraphs>165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양 진희</cp:lastModifiedBy>
  <cp:revision>2</cp:revision>
  <dcterms:created xsi:type="dcterms:W3CDTF">2013-01-27T09:14:16Z</dcterms:created>
  <dcterms:modified xsi:type="dcterms:W3CDTF">2026-09-30T04:04:21Z</dcterms:modified>
  <cp:category/>
</cp:coreProperties>
</file>